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F7EC-8083-33B2-7C7A-71D8BB221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8F381-42FB-3475-64DD-02DE4239A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BEFD-65D3-875D-CC19-07E9D2EB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6D60-D8E5-04CF-EC4D-82D17632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A41BB-D5FE-102F-F46D-E5EC7C3F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8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5064-C25B-9AF3-8EAF-A3622F4E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1B00-BBE1-8951-0C2C-05880AFF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C8BC9-43A1-817A-1C55-89836094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9AE13-C952-86BB-9A09-DBB569F2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F205D-14D7-B96E-ECFC-2DAE3D23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08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47B1-D115-4803-4499-D39DF436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49485-AF4D-F709-37C9-8E3A07D4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68F0C-CEBA-D472-0018-A2571F34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DFA7-7A11-EDF9-DD8E-D0DC7C9C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91974-B92A-EDF9-D2F6-C9D6B3DC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4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541C6-03E1-0774-697E-B3F58B04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6085E-964D-B0D4-B6F8-E5F93B4F5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90D9F-1BB2-BE4B-D621-38B9ADD7D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F7787-B097-6521-B759-5301588D6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60133-14FA-D7E6-AC19-AF85FB7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86DAE-F70A-CD18-2217-EA013BBB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46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DEE4-75B9-A339-5B27-B5DB0A42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703D8-0728-415A-37AC-E416606C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DB3B9-1577-120A-7601-98DEA7BCD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2EA16-78EE-B8D4-5BAA-3F675C2F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D0405-6D49-6742-32BE-1DC09C8B5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656B9-BE7F-A9E0-A3A7-6D1EA6E4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1F014-D751-650B-F5BA-E576837D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2EA0A-C723-E443-D82C-B3B0628D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6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5E12-F99F-92BE-8C36-E063E0DD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54504-29CB-6AD9-357A-A8E7FA57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5E82B-A3B0-0C1B-A2ED-37A9DFB0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A1C07-643B-4EEE-9669-7384486F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5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215FFC-E1B5-F61A-C3A0-4EC00A8B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03C11-C82E-7328-7481-E5D8F66D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242FF-7CC0-72CA-76BE-75C9A7B75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0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310A-26BD-E2C5-F3F5-6E3F0492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4B5F-ABA1-CE6A-CB71-945CA1BAC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0621F-62B3-7B0B-85B5-444C2C705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0DB00-DC8E-F2E3-B793-82BAC61E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8E714-0ED8-C5F6-7F00-C2D003DD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2C56A-5C61-5B0D-A2E3-3A367586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5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9EF8-30DB-8632-ECA5-7A7F262A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BA1F9-67AA-3B56-5CBD-E6D324AA5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4D8A-A92E-E871-3A3B-0D44ACA4F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84A5C-E105-41DC-F88C-1A0C13D95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1C2F4-1A5F-81D3-88A2-45C7DCA2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A28A9-798C-F926-9768-592CCD3A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90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7683-CE9C-B691-C58C-92A4CFED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065BA-919F-77B9-BFCB-F01937399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B5F6A-BCF7-27C1-9DFA-A694D495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5B86E-C217-1206-B1AC-C029935E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DC5E-9420-50F9-AAEF-2D50C02A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07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E4621-65D8-BC2C-B885-2562DA45F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A091D-E3C5-37E2-06B5-C36C3B451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634DF-CEA8-62D5-4647-384AECE6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ABD2A-11F9-E8DC-F556-422C1DD0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1090D-8E3F-8F1D-EBD3-1C3D15E4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1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91903-47BA-5A9F-CDE5-0706A621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DE97C-13CF-315B-A250-54B0F11AA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0E0B-4F35-2953-5592-A97FB0B8F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66A22-C1F4-453D-9424-761F944FBA60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1AD3-C55D-37CB-EDDF-FA93598EF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FC0A9-09AE-6ECB-4837-89B9E2707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C3DF7-0FB5-4A99-95B3-464B9FB48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44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B8D2-BF70-FC1C-052F-4DAF480D96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74A70-63AE-407D-1B44-549285FAF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lustering in Machine Learning">
            <a:extLst>
              <a:ext uri="{FF2B5EF4-FFF2-40B4-BE49-F238E27FC236}">
                <a16:creationId xmlns:a16="http://schemas.microsoft.com/office/drawing/2014/main" id="{4EB1269B-3E69-8091-0192-1442E93C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70" y="1227667"/>
            <a:ext cx="11811430" cy="454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253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A5ACA-3BF0-1141-D0AF-A33B2A5A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B189-2A93-3617-693E-5AA53F91B1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A56E3-F762-C467-C17D-BAC26E1B67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Arbitrary shaped clusters identified by Clustering analysis">
            <a:extLst>
              <a:ext uri="{FF2B5EF4-FFF2-40B4-BE49-F238E27FC236}">
                <a16:creationId xmlns:a16="http://schemas.microsoft.com/office/drawing/2014/main" id="{0D427BFA-96C8-7D49-1B08-205E34E5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38" y="0"/>
            <a:ext cx="10118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98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0D3A-8D25-474D-8515-27323FA8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94AE-5DC5-55C0-10F4-B0B2077028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4E6D9-B04D-69B7-D61A-EEBF10FCB5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404C9-AB0F-9990-DF78-766D7156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46" y="1803197"/>
            <a:ext cx="864990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1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54769-A992-B3CD-D3E4-AD4121FB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356D-7F3E-6B00-BF51-F94AB2F530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67C5-3F26-3B50-6B8E-27877D699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5AF09-5FF1-38E4-CCEA-1FDE0062E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6"/>
            <a:ext cx="12192000" cy="673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05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9AC3-2759-4835-58A1-E927B690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8254-81CD-B26E-2D67-512D1560C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5DF7A-9B5A-6939-273B-B0FD11586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BB602-59E6-1B73-A84E-AC290119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672" y="0"/>
            <a:ext cx="101007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3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0A149-E997-3C16-3015-FD6A6ED4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8B56-2C0F-DBA4-A2C2-CE037617A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0475D-BD25-FE27-E161-44C6970E9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93767-D86D-D6C4-36F2-E634C9D7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28" y="0"/>
            <a:ext cx="8931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4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901F-B562-EF1A-BD3C-1FB2ED34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84F3-8504-CB1D-D5D3-2D33F0BE8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A4B4D-5462-2C35-0927-4CE5A3556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85016-D2DE-4F9E-8BAE-8C951E1E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35" y="0"/>
            <a:ext cx="9852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3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7184-5F41-AECA-E8EF-856FEC20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4307-036B-93FD-CE12-B40835561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D0EC5-7750-53B1-8457-49FFE67BA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4BA97-2D0C-62E6-140C-FB1ACDA0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01" y="0"/>
            <a:ext cx="10240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4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11C5-F459-89F2-07B4-3DF6F1C6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A8FE-06E6-91A4-B742-4CD8B9E1E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CFA24-A867-FD8C-D638-CAB947254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EB0DE-8BCC-6468-6787-29B5AA57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63" y="0"/>
            <a:ext cx="9451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4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F82DB-F051-01F2-C0D1-78A4E344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1347-654C-8BB7-3EFE-A7BA4EC19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689F2-471C-2B31-11B0-0F4CB895CA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D4E0C-F463-1A94-6656-130EF2CAE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22" y="0"/>
            <a:ext cx="9934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2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BBCB4-6E64-3F54-1DC8-8993A6C4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E005-75A1-4F12-52AA-E224B3DEF3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65264-0551-1A8F-EE44-81AC7EB2E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286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Amby Techvasi</dc:creator>
  <cp:lastModifiedBy>Amby Techvasi</cp:lastModifiedBy>
  <cp:revision>2</cp:revision>
  <dcterms:created xsi:type="dcterms:W3CDTF">2025-01-18T03:57:47Z</dcterms:created>
  <dcterms:modified xsi:type="dcterms:W3CDTF">2025-01-31T05:17:04Z</dcterms:modified>
</cp:coreProperties>
</file>