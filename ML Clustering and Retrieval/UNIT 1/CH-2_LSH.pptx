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74" r:id="rId2"/>
    <p:sldId id="275" r:id="rId3"/>
    <p:sldId id="276" r:id="rId4"/>
    <p:sldId id="27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E62713-6759-4559-8A77-BAE5F3A09F8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44B097-3E88-4882-A441-FB47F3CF20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713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07AD6-E4FC-58B0-6DAA-DCD025225E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F681AE-7338-3869-08E5-326FCC0CC3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ACFE5-6397-69C6-3908-4855BA653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92E9-24E2-4614-B59D-43B1553C7155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A5A59-D09E-65DF-B895-B60623E52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F089C-21DF-216D-58AB-3238F02F8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1AC8-E610-49EF-8A71-3D6FCEC80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944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BF24B-75C6-BBE2-3F6B-6FF05D523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F6F69-372D-EABB-2936-745896EAD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A4CA8-EAE9-0D8D-97FB-C0DE07A2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92E9-24E2-4614-B59D-43B1553C7155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D0CD2-6064-4AEC-2FB3-934984DF3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FCCFD-D39A-3A3C-BB72-89A67CE21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1AC8-E610-49EF-8A71-3D6FCEC80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540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8D8B1-48E9-97EF-F47D-FA0A5B42E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2F96F-D37A-88FE-5F48-CB69D7C9D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7B538-9DEC-B737-4716-CAE8136B2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92E9-24E2-4614-B59D-43B1553C7155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9667E-59C3-9359-F7B1-414E4A8F6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3DB84-4943-9FDD-D420-859347EFE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1AC8-E610-49EF-8A71-3D6FCEC80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808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57DC-87A1-D483-E974-D340AC0FB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0D4F2-1698-ABDC-D7E0-8BAED36DC8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373185-1155-441D-A30D-968524370C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42106-0509-F87C-91E2-8712F9CC0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92E9-24E2-4614-B59D-43B1553C7155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066D61-C575-BFAF-2BC3-87A3E589D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241E3-670F-422F-10EA-A138C842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1AC8-E610-49EF-8A71-3D6FCEC80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526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25E67-E8F9-E47A-04DB-5CDAA19CC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3F229-1A37-8D03-A06A-9290334C4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76FA32-B4BB-AFF0-1E61-6292A2D9D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BA7908-0A8E-0BC0-BE98-E09FAE7810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4A7A75-E801-751B-E291-44B1C23B1E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D0CA04-7D92-02F6-8DA2-D23DF43B6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92E9-24E2-4614-B59D-43B1553C7155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7B19A0-C848-878C-441C-C75D05867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26B3A7-839A-9C8E-2310-0A419CDE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1AC8-E610-49EF-8A71-3D6FCEC80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474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9FC04-4863-C436-15E3-452094113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F4E282-2FF7-C86B-69A3-74A074529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92E9-24E2-4614-B59D-43B1553C7155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43EB4-35F0-0679-8F71-4118B92A3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580650-7536-E1AC-F3CD-51D1E5F00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1AC8-E610-49EF-8A71-3D6FCEC80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650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A52BFD-9C26-F183-5BE9-5B3169975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92E9-24E2-4614-B59D-43B1553C7155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433DA2-6A9D-6293-6BA4-F095B3F38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08734-6F1B-A008-239D-3183BCD16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1AC8-E610-49EF-8A71-3D6FCEC80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512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901E-2DCB-FB9A-FA80-9D2BAE163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DAA94-F3BA-2EA2-C8FC-73D8E4FA1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A7CFE7-8F9C-EA3B-E68F-195206536D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20443-F71A-ED7B-9A15-4F763064E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92E9-24E2-4614-B59D-43B1553C7155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6A4D8-56BD-B7DA-B36A-B2F5673D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E9C52-2BBC-4FE4-988A-F5C6D42BF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1AC8-E610-49EF-8A71-3D6FCEC80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308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1DEDB-6EB8-BAD7-DE68-9B343CA50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CCF302-1E78-69DC-0C88-9E5A507BE4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8E5B17-A52C-29F2-147D-D9963FD82D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758F60-AC37-8351-B917-3BF82BF47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92E9-24E2-4614-B59D-43B1553C7155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417A1-AE41-20DD-01F4-88E25136F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AC660-3633-71F3-F1BA-0F11EEEB8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1AC8-E610-49EF-8A71-3D6FCEC80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216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14D92-AC2B-E66D-8B89-8164FAA33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1CFAC6-438E-A324-9C49-A8BCA76DCD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66EB6-AB9A-A7B5-E96D-76CDD5B2E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92E9-24E2-4614-B59D-43B1553C7155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5CC44-9812-842D-B772-DD9316B99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5FC7B-72BE-C58D-CC38-65A1C4A30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1AC8-E610-49EF-8A71-3D6FCEC80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393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BB99CA-0BD2-2D31-E4E5-556B660A58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262264-F522-7D69-F89F-C635CF16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41D83-D407-9EC3-C7D7-4FC6800E6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92E9-24E2-4614-B59D-43B1553C7155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1A951-1B90-B150-B72B-3612751D2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F17CA-9A7F-1E40-B56B-FB12C0344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1AC8-E610-49EF-8A71-3D6FCEC80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886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E173DB-E252-BD98-0AFC-E3A0EA0AD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CD641-72C7-8991-7248-36CC743E2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820C8-54A5-F46E-27AE-89205A4190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692E9-24E2-4614-B59D-43B1553C7155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07666-7C23-1788-1932-CA04EE06B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937CF-B43F-48CF-DAD6-7EA84C63B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E1AC8-E610-49EF-8A71-3D6FCEC80A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455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ACF96-7A5D-7872-9FF6-710D52D9D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Locality Sensitive Hashing LSH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488948-31E5-ADE8-EF38-6B2BF9F2ED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7684" y="1825625"/>
            <a:ext cx="9956632" cy="4351338"/>
          </a:xfrm>
        </p:spPr>
      </p:pic>
    </p:spTree>
    <p:extLst>
      <p:ext uri="{BB962C8B-B14F-4D97-AF65-F5344CB8AC3E}">
        <p14:creationId xmlns:p14="http://schemas.microsoft.com/office/powerpoint/2010/main" val="1698162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BC9E1-03C6-5B20-6533-691726279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59DFC-0CD5-6614-3E07-4D4734675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Locality Sensitive Hashing LSH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61F786-B9F9-D887-1D3A-A15D065FF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FE096C-EA62-63B3-5542-3A83F4F68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6932"/>
            <a:ext cx="12192000" cy="446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982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DE363-73C7-48FB-3BAC-0C349E717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0721D-F584-7C86-AB46-D0869DE6D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Locality Sensitive Hashing LSH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22675-798C-1BFD-1731-4844F1174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DA5C89-80C4-7910-0779-C12E485F6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134" y="1825624"/>
            <a:ext cx="8509000" cy="463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214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E22A6-45DD-6C96-9568-5DABB29E3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C2D01-20CF-87E7-D337-F9C9C2614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Locality Sensitive Hashing LSH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F62B6C-4BB7-618E-0407-2B07CD85A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53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16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Locality Sensitive Hashing LSH</vt:lpstr>
      <vt:lpstr>Locality Sensitive Hashing LSH</vt:lpstr>
      <vt:lpstr>Locality Sensitive Hashing LSH</vt:lpstr>
      <vt:lpstr>Locality Sensitive Hashing LSH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Amby Techvasi</dc:creator>
  <cp:lastModifiedBy>Amby Techvasi</cp:lastModifiedBy>
  <cp:revision>4</cp:revision>
  <dcterms:created xsi:type="dcterms:W3CDTF">2025-02-01T02:28:59Z</dcterms:created>
  <dcterms:modified xsi:type="dcterms:W3CDTF">2025-02-28T05:24:50Z</dcterms:modified>
</cp:coreProperties>
</file>