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67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62713-6759-4559-8A77-BAE5F3A09F8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4B097-3E88-4882-A441-FB47F3CF2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713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510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9E371-BC1D-E102-00EF-1E90CCE4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65C03-ADD2-BFC3-0239-FFF751C85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3C716-C6B6-D0CC-E8AD-74F66131F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1562C-50C1-75E1-A80E-2B72D99E0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452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10185-2D9A-CCF6-5076-07FE65939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4FECE-84EC-8F8D-5D51-1FC6BBECA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A3312-CA6A-FD51-2C30-2B6BFE9B2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C0E13-D7E7-B16C-6103-1AAAD1CE3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90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08805-503B-5217-7617-C5575492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4E280-7C88-1409-0378-231C80B0F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0E645-96C7-16DB-B59E-7E8E64CE0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C5D90-70A5-F4FE-B68D-013EF404A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851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C4EBC-BDFE-9F09-49D7-5D2474FF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47ECD-C3EF-4DB2-7EE9-058215EFF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86D9C-588F-6F8C-5F91-C5657127E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832F3-E28F-CC98-0E27-35F5347C5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159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8AE07-9EAB-5740-62A8-F9B9D7DB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71313-A8CE-82F4-8707-107CD7C81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1FF68-43C7-B553-3430-5EF29457D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3A37F-F566-BBF7-BCFD-221BA054E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05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9A255-7E2C-97B2-6317-64E9523F5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1D793-85CC-C73F-0AF7-F108BCC19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528C8-089D-5578-93E8-A8D2D035D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1AD4E-AD98-33AB-C81C-539871E5A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542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DA6E5-EDFE-F7A8-7B53-D7C615C49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9E87F-8607-3D3D-5CE1-D3B424051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57446-0A64-10BE-E3E6-8DE6C26F6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A2B53-69B7-AACB-74B1-CBAEEA6D6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644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E609B-A773-0765-524C-0F09F842D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7BF8A-3EC9-29CE-FA5D-B74502BD7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4FD42-76D1-53DF-1790-8C9C94A85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993F7-7D2C-5C08-1323-1D62989CA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313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05FB9-8316-1EB3-0894-B6500E88C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0262F-E16C-BAE4-666C-4F3771F60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24F94-9734-7517-ABD2-AE97E4CDA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27FE3-9897-7729-3105-2CEA803DC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596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4F22D-56CB-1C12-B9C7-15A905425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EDCDF-A3CF-FD70-BE78-A8B65F102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DBBA5-F352-42F2-860A-21CEBC60A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4F58B-4BC2-CD42-D987-519E828E3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2257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F902-3BA2-14B9-D11C-237B8E5DF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7F7B2-74F5-610B-5251-259B38FB3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9421B-690E-A991-BDF4-78D5D5ED8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2C2C5-6FB6-F362-C7D8-D995C8823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130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2D06-F5F6-2A2D-D72F-933AE3D8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9FA1A-B6B3-BE54-79CD-28EEF81C2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6166C-865C-B99E-6C6B-D188FDE80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CB779-06D6-2F61-E84B-2A6C19DFC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7856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97B31-94BC-68C2-20BB-FA11DA99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98711-92D7-719E-5143-A665004FB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82D68-B9CC-68AF-0FB5-D50B10963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045BA-0034-5B59-35BC-CEC2C1352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2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FEC93-3E94-4056-ECB9-CF70DC2D3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E8048-3FF4-57BC-B926-29836B9C0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EAB89-D55D-8948-3E2B-91C41016B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1B4F2-051E-512C-C05A-65ACDE9C4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4B097-3E88-4882-A441-FB47F3CF201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857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7AD6-E4FC-58B0-6DAA-DCD025225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681AE-7338-3869-08E5-326FCC0CC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ACFE5-6397-69C6-3908-4855BA65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A5A59-D09E-65DF-B895-B60623E52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F089C-21DF-216D-58AB-3238F02F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94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BF24B-75C6-BBE2-3F6B-6FF05D523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F6F69-372D-EABB-2936-745896EAD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A4CA8-EAE9-0D8D-97FB-C0DE07A2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D0CD2-6064-4AEC-2FB3-934984DF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FCCFD-D39A-3A3C-BB72-89A67CE2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540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8D8B1-48E9-97EF-F47D-FA0A5B42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2F96F-D37A-88FE-5F48-CB69D7C9D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7B538-9DEC-B737-4716-CAE8136B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9667E-59C3-9359-F7B1-414E4A8F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3DB84-4943-9FDD-D420-859347EF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808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57DC-87A1-D483-E974-D340AC0FB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0D4F2-1698-ABDC-D7E0-8BAED36DC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73185-1155-441D-A30D-968524370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2106-0509-F87C-91E2-8712F9CC0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66D61-C575-BFAF-2BC3-87A3E589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1E3-670F-422F-10EA-A138C842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526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25E67-E8F9-E47A-04DB-5CDAA19CC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3F229-1A37-8D03-A06A-9290334C4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6FA32-B4BB-AFF0-1E61-6292A2D9D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BA7908-0A8E-0BC0-BE98-E09FAE781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A7A75-E801-751B-E291-44B1C23B1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D0CA04-7D92-02F6-8DA2-D23DF43B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7B19A0-C848-878C-441C-C75D05867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6B3A7-839A-9C8E-2310-0A419CDE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47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FC04-4863-C436-15E3-45209411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F4E282-2FF7-C86B-69A3-74A074529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43EB4-35F0-0679-8F71-4118B92A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80650-7536-E1AC-F3CD-51D1E5F0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650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A52BFD-9C26-F183-5BE9-5B316997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33DA2-6A9D-6293-6BA4-F095B3F38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08734-6F1B-A008-239D-3183BCD1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512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901E-2DCB-FB9A-FA80-9D2BAE163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DAA94-F3BA-2EA2-C8FC-73D8E4FA1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7CFE7-8F9C-EA3B-E68F-195206536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20443-F71A-ED7B-9A15-4F763064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6A4D8-56BD-B7DA-B36A-B2F5673D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E9C52-2BBC-4FE4-988A-F5C6D42B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30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1DEDB-6EB8-BAD7-DE68-9B343CA50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CCF302-1E78-69DC-0C88-9E5A507BE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E5B17-A52C-29F2-147D-D9963FD82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58F60-AC37-8351-B917-3BF82BF47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417A1-AE41-20DD-01F4-88E25136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AC660-3633-71F3-F1BA-0F11EEEB8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16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4D92-AC2B-E66D-8B89-8164FAA33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CFAC6-438E-A324-9C49-A8BCA76DC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66EB6-AB9A-A7B5-E96D-76CDD5B2E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5CC44-9812-842D-B772-DD9316B9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5FC7B-72BE-C58D-CC38-65A1C4A3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393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B99CA-0BD2-2D31-E4E5-556B660A5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62264-F522-7D69-F89F-C635CF16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41D83-D407-9EC3-C7D7-4FC6800E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1A951-1B90-B150-B72B-3612751D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F17CA-9A7F-1E40-B56B-FB12C034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88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E173DB-E252-BD98-0AFC-E3A0EA0AD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CD641-72C7-8991-7248-36CC743E2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820C8-54A5-F46E-27AE-89205A419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692E9-24E2-4614-B59D-43B1553C7155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07666-7C23-1788-1932-CA04EE06B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937CF-B43F-48CF-DAD6-7EA84C63B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45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1A49-EDD3-3909-FC74-E8696031E1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BBBA9-0C1F-4CB4-39B8-2945146C3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3A619-699E-3BB7-6EEA-67FFFC260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98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39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14475-C7CD-5F44-7DB1-B798C51F3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A306-13C0-E574-645E-4BA0D250EE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746A3-AF97-54B9-1CAC-E082A8FAF0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0F00B4-B960-B73F-0AA9-DF3C9A335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93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1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2CBF2-8677-9712-3243-617F8D0B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4375C-7DD1-A175-C702-9F22CBA6D9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56240-5CDF-70F9-895F-441CDF2448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D8752-BA77-9292-3130-768382D69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933"/>
            <a:ext cx="12192000" cy="679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3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106B4-B6CE-BD2F-D0B8-1D4E9D50B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01729-21EB-369A-C320-5456F48D9C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33515-B019-1DDE-F0AB-B665D03D28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F68D5B-1FA1-B1E0-312F-210CDD52C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6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EE8D4-4C31-505F-7E08-D24B3510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4AB3C-6BDD-43CC-2D3C-633AEC57BB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438F7-5821-259C-A46A-539FFE8176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C87CE-ED85-68AC-DD05-CD14B54B2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19972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05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41F8E-6141-E786-AB5F-344876742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BB171-9571-F673-B030-B014A68C1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D9115-6604-DBBD-E96B-3294DF7A5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49C7CC-17C3-5CEB-A2A9-7B33DA8F1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0735"/>
            <a:ext cx="12192000" cy="625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83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E86A-BC6E-1D42-0B65-B2AA0BED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E8265-10D6-E541-72DD-8C63A08452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6A6DC-FF00-E9A0-34E2-DBCD014951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Types Of IR Model">
            <a:extLst>
              <a:ext uri="{FF2B5EF4-FFF2-40B4-BE49-F238E27FC236}">
                <a16:creationId xmlns:a16="http://schemas.microsoft.com/office/drawing/2014/main" id="{6905E542-2CAB-69BB-F079-A48672A0A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0"/>
            <a:ext cx="11827933" cy="657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273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E56FD-3A6E-1C4C-A11F-59D9B8A0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F9F09-3C0F-8BA6-F7E7-1338D90C3F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CF399-9CAD-ADDB-4E81-DC7F8C0963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A64C3D-96BD-9936-8AFA-2DDF74799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59267"/>
            <a:ext cx="11995150" cy="6587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670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E900E-4D44-5D4B-E5A7-72DDD8A81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9739-4AC4-9BEB-8443-DBFB481B9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6581"/>
            <a:ext cx="9144000" cy="2027237"/>
          </a:xfrm>
        </p:spPr>
        <p:txBody>
          <a:bodyPr>
            <a:normAutofit/>
          </a:bodyPr>
          <a:lstStyle/>
          <a:p>
            <a:pPr algn="l"/>
            <a:r>
              <a:rPr lang="en-IN" b="1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Nearest </a:t>
            </a:r>
            <a:r>
              <a:rPr lang="en-IN" b="1" i="0" dirty="0" err="1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Neighbor</a:t>
            </a:r>
            <a:r>
              <a:rPr lang="en-IN" b="1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 Search Algorithms </a:t>
            </a:r>
            <a:r>
              <a:rPr lang="en-US" b="1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Search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7F233-2BB8-5DEA-6D3C-7E6DD6741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3817"/>
            <a:ext cx="9144000" cy="2957249"/>
          </a:xfrm>
        </p:spPr>
        <p:txBody>
          <a:bodyPr/>
          <a:lstStyle/>
          <a:p>
            <a:r>
              <a:rPr lang="en-US" b="0" i="1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Rapid advancements in AI have made machine learning mainstream, introducing developers everywhere to a whirlwind of new tools, techniques, and terminology. This blog explores nearest neighbor algorithms - specifically, the exact k-Nearest Neighbor (KNN) search algorithm, as well as the Approximate Nearest Neighbor (ANN) search, a variant of </a:t>
            </a:r>
            <a:r>
              <a:rPr lang="en-US" b="0" i="1" dirty="0" err="1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kNN</a:t>
            </a:r>
            <a:r>
              <a:rPr lang="en-US" b="0" i="1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 that trades accuracy for speed.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4321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59B9-20B2-EF1F-EEDA-6B2FC5D85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094D1-9EBC-C57B-E797-48BB65685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6581"/>
            <a:ext cx="9144000" cy="2027237"/>
          </a:xfrm>
        </p:spPr>
        <p:txBody>
          <a:bodyPr>
            <a:normAutofit/>
          </a:bodyPr>
          <a:lstStyle/>
          <a:p>
            <a:pPr algn="l"/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14974-28F8-D4E6-C740-93B7A60E5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3817"/>
            <a:ext cx="9144000" cy="295724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594853-6A8E-88BD-FD00-874727EEC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2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97973-C9A0-78E4-6C31-B31A72917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B2590-9113-5207-FF98-50D36F318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6581"/>
            <a:ext cx="9144000" cy="2027237"/>
          </a:xfrm>
        </p:spPr>
        <p:txBody>
          <a:bodyPr>
            <a:normAutofit/>
          </a:bodyPr>
          <a:lstStyle/>
          <a:p>
            <a:pPr algn="l"/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E4E91-7791-9288-9E5B-2CF537E7F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3817"/>
            <a:ext cx="9144000" cy="295724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8A29AD-E55B-021A-7EFB-11BC35351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1600"/>
            <a:ext cx="12192000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87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824B9-CEA8-B44F-9C10-48C443B5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FAAC-BB57-CFA6-A08D-43B020C23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6581"/>
            <a:ext cx="9144000" cy="2027237"/>
          </a:xfrm>
        </p:spPr>
        <p:txBody>
          <a:bodyPr>
            <a:normAutofit/>
          </a:bodyPr>
          <a:lstStyle/>
          <a:p>
            <a:pPr algn="l"/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06348-839F-E094-8D32-19F5017BD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3817"/>
            <a:ext cx="9144000" cy="295724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7510C-9F61-E3E6-E5B3-192A7FC51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93600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5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E2063-B6AA-A521-8D48-C1F33C1D9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330E-BB64-B606-3ED4-1F34BCC5E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6581"/>
            <a:ext cx="9144000" cy="2027237"/>
          </a:xfrm>
        </p:spPr>
        <p:txBody>
          <a:bodyPr>
            <a:normAutofit/>
          </a:bodyPr>
          <a:lstStyle/>
          <a:p>
            <a:pPr algn="l"/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D29A7-EEF5-A5B4-FDD7-4D5CAF5FF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3817"/>
            <a:ext cx="9144000" cy="295724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EE5178-14F9-3AB3-5DD2-656A894D2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327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40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83634-6C02-986E-28CD-8E5D1BE7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D9F6B-FE7E-3EA5-24A3-5AD3189DA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6581"/>
            <a:ext cx="9144000" cy="2027237"/>
          </a:xfrm>
        </p:spPr>
        <p:txBody>
          <a:bodyPr>
            <a:normAutofit/>
          </a:bodyPr>
          <a:lstStyle/>
          <a:p>
            <a:pPr algn="l"/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D6E0D-63F7-A931-1F0C-628BB1471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3817"/>
            <a:ext cx="9144000" cy="295724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1AB547-D658-4CBE-FCC9-0DA9287CD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71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ACE06-EDAF-94D3-BBCE-7C479CF2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487AC-983D-3F16-2066-388AB2FF5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6581"/>
            <a:ext cx="9144000" cy="2027237"/>
          </a:xfrm>
        </p:spPr>
        <p:txBody>
          <a:bodyPr>
            <a:normAutofit/>
          </a:bodyPr>
          <a:lstStyle/>
          <a:p>
            <a:pPr algn="l"/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8C3C1F-A626-ADE8-86A0-BBE1485BE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3817"/>
            <a:ext cx="9144000" cy="295724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97C4DD-9FD3-F396-3057-D065641DA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639"/>
            <a:ext cx="12192000" cy="642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274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B66FC-DD80-EE42-6BB6-3E2822DD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13B9-C103-4E81-98B9-E57C978681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Intro to Vectors and Vector Search</a:t>
            </a:r>
            <a:br>
              <a:rPr lang="en-US" b="1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56FF5-3959-51D5-F8C4-253A68D1B6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knn diagram">
            <a:extLst>
              <a:ext uri="{FF2B5EF4-FFF2-40B4-BE49-F238E27FC236}">
                <a16:creationId xmlns:a16="http://schemas.microsoft.com/office/drawing/2014/main" id="{62B19113-4F82-F67B-4FA1-F83678E1D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984905"/>
            <a:ext cx="6858000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660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18767-12CD-2546-A19F-1E3A37E6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C6D3F-3A06-23D8-73EC-A02669AF3C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The Exact K-Nearest Neighbors Algorithm</a:t>
            </a:r>
            <a:br>
              <a:rPr lang="en-US" b="1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DA8F2-4ED6-EFEB-7CAD-AAB1DAAE7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7800" y="2870200"/>
            <a:ext cx="7950200" cy="3124200"/>
          </a:xfrm>
        </p:spPr>
        <p:txBody>
          <a:bodyPr>
            <a:normAutofit/>
          </a:bodyPr>
          <a:lstStyle/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Choosing k 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Choosing a distance measurement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The actual query run on your vector dataset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The decision made to accomplish your specific task, based on the results of your query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1016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7EB7-470A-B863-6272-0C53145C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CEF14-BE68-BB4D-534E-AF2515F00D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Components of a k-NN</a:t>
            </a:r>
            <a:br>
              <a:rPr lang="en-IN" b="1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</a:br>
            <a:br>
              <a:rPr lang="en-US" b="1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08534-A107-DD5D-778F-EE6B310B2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7800" y="2870200"/>
            <a:ext cx="7950200" cy="3124200"/>
          </a:xfrm>
        </p:spPr>
        <p:txBody>
          <a:bodyPr>
            <a:normAutofit/>
          </a:bodyPr>
          <a:lstStyle/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Choosing k 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Choosing a distance measurement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The actual query run on your vector dataset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latin typeface="IBM Plex Sans" panose="020B0503050203000203" pitchFamily="34" charset="0"/>
              </a:rPr>
              <a:t>The decision made to accomplish your specific task, based on the results of your query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4714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165</Words>
  <Application>Microsoft Office PowerPoint</Application>
  <PresentationFormat>Widescreen</PresentationFormat>
  <Paragraphs>28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Nearest Neighbor Search Algorithms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 to Vectors and Vector Search </vt:lpstr>
      <vt:lpstr>The Exact K-Nearest Neighbors Algorithm </vt:lpstr>
      <vt:lpstr>Components of a k-NN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Amby Techvasi</dc:creator>
  <cp:lastModifiedBy>Amby Techvasi</cp:lastModifiedBy>
  <cp:revision>2</cp:revision>
  <dcterms:created xsi:type="dcterms:W3CDTF">2025-02-01T02:28:59Z</dcterms:created>
  <dcterms:modified xsi:type="dcterms:W3CDTF">2025-02-01T03:41:56Z</dcterms:modified>
</cp:coreProperties>
</file>