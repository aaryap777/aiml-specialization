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Knowledge Pyramid and Related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From Data to Artificial Intelligence</a:t>
            </a:r>
            <a:br/>
            <a:r>
              <a:t>Presented by: [Your Name/Organization]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Pyramid: Data to Wisdom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- Data: Raw facts and figures without context.</a:t>
            </a:r>
            <a:br/>
            <a:r>
              <a:t>- Information: Processed data with context.</a:t>
            </a:r>
            <a:br/>
            <a:r>
              <a:t>- Knowledge: Insights derived from analyzing information.</a:t>
            </a:r>
            <a:br/>
            <a:r>
              <a:t>- Wisdom: Application of knowledge for decision-making.</a:t>
            </a:r>
            <a:br/>
            <a:r>
              <a:t>Source: Ackoff, R. L. (1989). From Data to Wisdom.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Definition: Raw, unprocessed facts and figures.</a:t>
            </a:r>
            <a:br/>
            <a:r>
              <a:t>Example: Temperature readings (25°C, 30°C, 28°C).</a:t>
            </a:r>
            <a:br/>
            <a:r>
              <a:t>Analogy: Ingredients for cooking.</a:t>
            </a:r>
            <a:br/>
            <a:r>
              <a:t>Source: ISO/IEC 2382-1:1993.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Information?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Definition: Data organized and presented in context.</a:t>
            </a:r>
            <a:br/>
            <a:r>
              <a:t>Example: Average temperature over a week.</a:t>
            </a:r>
            <a:br/>
            <a:r>
              <a:t>Analogy: Mixing ingredients into batter.</a:t>
            </a:r>
            <a:br/>
            <a:r>
              <a:t>Source: Zins, C. (2007).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Knowledge?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Definition: Insights from analyzing information.</a:t>
            </a:r>
            <a:br/>
            <a:r>
              <a:t>Example: High temperatures increase energy use.</a:t>
            </a:r>
            <a:br/>
            <a:r>
              <a:t>Analogy: Baking batter into a cake.</a:t>
            </a:r>
            <a:br/>
            <a:r>
              <a:t>Source: Nonaka &amp; Takeuchi (1995).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Systematic study of the world through observation and experiment.</a:t>
            </a:r>
            <a:br/>
            <a:r>
              <a:t>Example: Physics, Chemistry.</a:t>
            </a:r>
            <a:br/>
            <a:r>
              <a:t>Analogy: Chef experimenting with recipes.</a:t>
            </a:r>
            <a:br/>
            <a:r>
              <a:t>Source: Oxford English Dictionary.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Examining data sets to draw conclusions.</a:t>
            </a:r>
            <a:br/>
            <a:r>
              <a:t>Example: Sales data analysis.</a:t>
            </a:r>
            <a:br/>
            <a:r>
              <a:t>Analogy: Chef tasting batter.</a:t>
            </a:r>
            <a:br/>
            <a:r>
              <a:t>Source: IBM Analytics Hub.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Using scientific methods to extract knowledge from data.</a:t>
            </a:r>
            <a:br/>
            <a:r>
              <a:t>Example: Product recommendation models.</a:t>
            </a:r>
            <a:br/>
            <a:r>
              <a:t>Analogy: Chef designing a new dish.</a:t>
            </a:r>
            <a:br/>
            <a:r>
              <a:t>Source: Harvard Business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Building systems for data collection and analysis.</a:t>
            </a:r>
            <a:br/>
            <a:r>
              <a:t>Example: Retail data pipeline.</a:t>
            </a:r>
            <a:br/>
            <a:r>
              <a:t>Analogy: Kitchen staff prepping ingredients.</a:t>
            </a:r>
            <a:br/>
            <a:r>
              <a:t>Source: Google Cloud.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Applying science to solve problems.</a:t>
            </a:r>
            <a:br/>
            <a:r>
              <a:t>Example: Building bridges.</a:t>
            </a:r>
            <a:br/>
            <a:r>
              <a:t>Analogy: Building a kitchen.</a:t>
            </a:r>
            <a:br/>
            <a:r>
              <a:t>Source: ABET.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Examples: Civil, Software, Mechanical Engineering.</a:t>
            </a:r>
            <a:br/>
            <a:r>
              <a:t>Analogy: Chefs specializing in cooking methods.</a:t>
            </a:r>
            <a:br/>
            <a:r>
              <a:t>Source: National Academy of Engineering.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Use of computers for information management.</a:t>
            </a:r>
            <a:br/>
            <a:r>
              <a:t>Example: Cloud computing.</a:t>
            </a:r>
            <a:br/>
            <a:r>
              <a:t>Analogy: Restaurant order system.</a:t>
            </a:r>
            <a:br/>
            <a:r>
              <a:t>Source: Gartner IT Glossary.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Simulating human intelligence in machines.</a:t>
            </a:r>
            <a:br/>
            <a:r>
              <a:t>Example: Chatbots.</a:t>
            </a:r>
            <a:br/>
            <a:r>
              <a:t>Analogy: Robotic chef.</a:t>
            </a:r>
            <a:br/>
            <a:r>
              <a:t>Source: Stanford AI Research.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Subset of AI for learning from data.</a:t>
            </a:r>
            <a:br/>
            <a:r>
              <a:t>Example: Spam detection.</a:t>
            </a:r>
            <a:br/>
            <a:r>
              <a:t>Analogy: Chef refining recipes.</a:t>
            </a:r>
            <a:br/>
            <a:r>
              <a:t>Source: MIT Technology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Clustering?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Grouping similar data points.</a:t>
            </a:r>
            <a:br/>
            <a:r>
              <a:t>Example: Customer segmentation.</a:t>
            </a:r>
            <a:br/>
            <a:r>
              <a:t>Analogy: Grouping diners by preferences.</a:t>
            </a:r>
            <a:br/>
            <a:r>
              <a:t>Source: Data Mining Concepts.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Neural Pattern Recognition?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Recognizing data patterns using neural networks.</a:t>
            </a:r>
            <a:br/>
            <a:r>
              <a:t>Example: Facial recognition.</a:t>
            </a:r>
            <a:br/>
            <a:r>
              <a:t>Analogy: Chef recognizing regulars.</a:t>
            </a:r>
            <a:br/>
            <a:r>
              <a:t>Source: Deep Learning by Goodfellow.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Case: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- Data: Transaction logs.</a:t>
            </a:r>
            <a:br/>
            <a:r>
              <a:t>- Info: Unusual patterns.</a:t>
            </a:r>
            <a:br/>
            <a:r>
              <a:t>- Knowledge: Fraud behavior.</a:t>
            </a:r>
            <a:br/>
            <a:r>
              <a:t>- Tech: AI, ML, Clustering.</a:t>
            </a:r>
            <a:br/>
            <a:r>
              <a:t>Analogy: Suspicious food orders.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Pyramid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- Data → Information → Knowledge → Wisdom</a:t>
            </a:r>
            <a:br/>
            <a:r>
              <a:t>- Integrated technologies enhance decision-making.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Open floor for discussion.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2000">
                <a:latin typeface="Calibri"/>
              </a:defRPr>
            </a:pPr>
            <a:r>
              <a:t>Contact information and acknowledgments.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636</Words>
  <Application>Microsoft Office PowerPoint</Application>
  <PresentationFormat>On-screen Show (4:3)</PresentationFormat>
  <Paragraphs>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Understanding the Knowledge Pyramid and Related Concepts</vt:lpstr>
      <vt:lpstr>Knowledge Pyramid: Data to Wisdom</vt:lpstr>
      <vt:lpstr>What is Data?</vt:lpstr>
      <vt:lpstr>What is Information?</vt:lpstr>
      <vt:lpstr>What is Knowledge?</vt:lpstr>
      <vt:lpstr>Definition of Science</vt:lpstr>
      <vt:lpstr>What is Data Analytics?</vt:lpstr>
      <vt:lpstr>What is Data Science?</vt:lpstr>
      <vt:lpstr>What is Data Engineering?</vt:lpstr>
      <vt:lpstr>What is Engineering?</vt:lpstr>
      <vt:lpstr>Applications of Engineering</vt:lpstr>
      <vt:lpstr>What is IT?</vt:lpstr>
      <vt:lpstr>What is AI?</vt:lpstr>
      <vt:lpstr>What is Machine Learning?</vt:lpstr>
      <vt:lpstr>What is Clustering?</vt:lpstr>
      <vt:lpstr>What is Neural Pattern Recognition?</vt:lpstr>
      <vt:lpstr>Real-world Use Case: Fraud Detection</vt:lpstr>
      <vt:lpstr>Knowledge Pyramid Summary</vt:lpstr>
      <vt:lpstr>Questions and Answers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Amby Techvasi</cp:lastModifiedBy>
  <cp:revision>1</cp:revision>
  <dcterms:created xsi:type="dcterms:W3CDTF">2013-01-27T09:14:16Z</dcterms:created>
  <dcterms:modified xsi:type="dcterms:W3CDTF">2025-01-17T04:24:39Z</dcterms:modified>
  <cp:category/>
</cp:coreProperties>
</file>